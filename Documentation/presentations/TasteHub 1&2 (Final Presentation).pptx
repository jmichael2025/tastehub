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min Michael" userId="6db468088a90d197" providerId="LiveId" clId="{DA26447B-5EAB-4BE2-8E41-61E0262742AC}"/>
    <pc:docChg chg="undo custSel addSld delSld modSld">
      <pc:chgData name="Jasmin Michael" userId="6db468088a90d197" providerId="LiveId" clId="{DA26447B-5EAB-4BE2-8E41-61E0262742AC}" dt="2026-09-15T17:26:02.688" v="125" actId="22"/>
      <pc:docMkLst>
        <pc:docMk/>
      </pc:docMkLst>
      <pc:sldChg chg="addSp modSp mod modClrScheme chgLayout">
        <pc:chgData name="Jasmin Michael" userId="6db468088a90d197" providerId="LiveId" clId="{DA26447B-5EAB-4BE2-8E41-61E0262742AC}" dt="2026-09-14T23:11:05.963" v="25" actId="115"/>
        <pc:sldMkLst>
          <pc:docMk/>
          <pc:sldMk cId="3174941519" sldId="263"/>
        </pc:sldMkLst>
        <pc:spChg chg="mod ord">
          <ac:chgData name="Jasmin Michael" userId="6db468088a90d197" providerId="LiveId" clId="{DA26447B-5EAB-4BE2-8E41-61E0262742AC}" dt="2026-09-14T23:10:30.704" v="21" actId="255"/>
          <ac:spMkLst>
            <pc:docMk/>
            <pc:sldMk cId="3174941519" sldId="263"/>
            <ac:spMk id="2" creationId="{72A8C83C-61F4-8863-40A8-181E1C62FE71}"/>
          </ac:spMkLst>
        </pc:spChg>
        <pc:spChg chg="mod ord">
          <ac:chgData name="Jasmin Michael" userId="6db468088a90d197" providerId="LiveId" clId="{DA26447B-5EAB-4BE2-8E41-61E0262742AC}" dt="2026-09-14T23:10:40.036" v="22" actId="255"/>
          <ac:spMkLst>
            <pc:docMk/>
            <pc:sldMk cId="3174941519" sldId="263"/>
            <ac:spMk id="3" creationId="{DCBD8511-2336-19ED-565B-1BA0DA81057C}"/>
          </ac:spMkLst>
        </pc:spChg>
        <pc:spChg chg="add mod ord">
          <ac:chgData name="Jasmin Michael" userId="6db468088a90d197" providerId="LiveId" clId="{DA26447B-5EAB-4BE2-8E41-61E0262742AC}" dt="2026-09-14T23:11:01.884" v="24" actId="115"/>
          <ac:spMkLst>
            <pc:docMk/>
            <pc:sldMk cId="3174941519" sldId="263"/>
            <ac:spMk id="4" creationId="{0D45F3C9-3BE7-7015-6DF3-9B18D3939001}"/>
          </ac:spMkLst>
        </pc:spChg>
        <pc:spChg chg="add mod ord">
          <ac:chgData name="Jasmin Michael" userId="6db468088a90d197" providerId="LiveId" clId="{DA26447B-5EAB-4BE2-8E41-61E0262742AC}" dt="2026-09-14T23:11:05.963" v="25" actId="115"/>
          <ac:spMkLst>
            <pc:docMk/>
            <pc:sldMk cId="3174941519" sldId="263"/>
            <ac:spMk id="5" creationId="{D3C900DB-A7E3-7574-CC58-271BD635BEC7}"/>
          </ac:spMkLst>
        </pc:spChg>
        <pc:spChg chg="add mod ord">
          <ac:chgData name="Jasmin Michael" userId="6db468088a90d197" providerId="LiveId" clId="{DA26447B-5EAB-4BE2-8E41-61E0262742AC}" dt="2026-09-14T23:10:54.059" v="23" actId="255"/>
          <ac:spMkLst>
            <pc:docMk/>
            <pc:sldMk cId="3174941519" sldId="263"/>
            <ac:spMk id="6" creationId="{5D34E968-4AF4-D86C-6835-F4F8D6352FCE}"/>
          </ac:spMkLst>
        </pc:spChg>
      </pc:sldChg>
      <pc:sldChg chg="addSp delSp modSp new mod modClrScheme chgLayout">
        <pc:chgData name="Jasmin Michael" userId="6db468088a90d197" providerId="LiveId" clId="{DA26447B-5EAB-4BE2-8E41-61E0262742AC}" dt="2026-09-15T14:15:44.943" v="101" actId="20577"/>
        <pc:sldMkLst>
          <pc:docMk/>
          <pc:sldMk cId="648836542" sldId="264"/>
        </pc:sldMkLst>
        <pc:spChg chg="add del mod ord">
          <ac:chgData name="Jasmin Michael" userId="6db468088a90d197" providerId="LiveId" clId="{DA26447B-5EAB-4BE2-8E41-61E0262742AC}" dt="2026-09-14T23:12:18.544" v="45" actId="700"/>
          <ac:spMkLst>
            <pc:docMk/>
            <pc:sldMk cId="648836542" sldId="264"/>
            <ac:spMk id="2" creationId="{76FF1446-0BD5-B2F3-5A0E-4A4FE965F04D}"/>
          </ac:spMkLst>
        </pc:spChg>
        <pc:spChg chg="add del">
          <ac:chgData name="Jasmin Michael" userId="6db468088a90d197" providerId="LiveId" clId="{DA26447B-5EAB-4BE2-8E41-61E0262742AC}" dt="2026-09-14T23:12:18.544" v="45" actId="700"/>
          <ac:spMkLst>
            <pc:docMk/>
            <pc:sldMk cId="648836542" sldId="264"/>
            <ac:spMk id="3" creationId="{CE25B828-3805-3C4E-7350-1FA00C9000C7}"/>
          </ac:spMkLst>
        </pc:spChg>
        <pc:spChg chg="add del mod ord">
          <ac:chgData name="Jasmin Michael" userId="6db468088a90d197" providerId="LiveId" clId="{DA26447B-5EAB-4BE2-8E41-61E0262742AC}" dt="2026-09-14T23:12:18.544" v="45" actId="700"/>
          <ac:spMkLst>
            <pc:docMk/>
            <pc:sldMk cId="648836542" sldId="264"/>
            <ac:spMk id="4" creationId="{46CCE325-BCAC-D02A-8394-FD0455C1F622}"/>
          </ac:spMkLst>
        </pc:spChg>
        <pc:spChg chg="add del">
          <ac:chgData name="Jasmin Michael" userId="6db468088a90d197" providerId="LiveId" clId="{DA26447B-5EAB-4BE2-8E41-61E0262742AC}" dt="2026-09-14T23:12:18.544" v="45" actId="700"/>
          <ac:spMkLst>
            <pc:docMk/>
            <pc:sldMk cId="648836542" sldId="264"/>
            <ac:spMk id="5" creationId="{A624238A-9953-3E68-92DF-3CDF107CB695}"/>
          </ac:spMkLst>
        </pc:spChg>
        <pc:spChg chg="add del">
          <ac:chgData name="Jasmin Michael" userId="6db468088a90d197" providerId="LiveId" clId="{DA26447B-5EAB-4BE2-8E41-61E0262742AC}" dt="2026-09-14T23:12:18.544" v="45" actId="700"/>
          <ac:spMkLst>
            <pc:docMk/>
            <pc:sldMk cId="648836542" sldId="264"/>
            <ac:spMk id="6" creationId="{C3A69A47-1277-15E2-7989-E40D1F6B5263}"/>
          </ac:spMkLst>
        </pc:spChg>
        <pc:spChg chg="add del mod ord">
          <ac:chgData name="Jasmin Michael" userId="6db468088a90d197" providerId="LiveId" clId="{DA26447B-5EAB-4BE2-8E41-61E0262742AC}" dt="2026-09-14T23:12:04.111" v="44" actId="700"/>
          <ac:spMkLst>
            <pc:docMk/>
            <pc:sldMk cId="648836542" sldId="264"/>
            <ac:spMk id="7" creationId="{E8AD70E7-41FF-D422-D500-46EC11311165}"/>
          </ac:spMkLst>
        </pc:spChg>
        <pc:spChg chg="add mod ord">
          <ac:chgData name="Jasmin Michael" userId="6db468088a90d197" providerId="LiveId" clId="{DA26447B-5EAB-4BE2-8E41-61E0262742AC}" dt="2026-09-14T23:14:10.128" v="87" actId="27636"/>
          <ac:spMkLst>
            <pc:docMk/>
            <pc:sldMk cId="648836542" sldId="264"/>
            <ac:spMk id="8" creationId="{3F0B91F9-E694-8D83-BD3C-FBB102104969}"/>
          </ac:spMkLst>
        </pc:spChg>
        <pc:spChg chg="add del mod ord">
          <ac:chgData name="Jasmin Michael" userId="6db468088a90d197" providerId="LiveId" clId="{DA26447B-5EAB-4BE2-8E41-61E0262742AC}" dt="2026-09-14T23:13:37.226" v="81" actId="26606"/>
          <ac:spMkLst>
            <pc:docMk/>
            <pc:sldMk cId="648836542" sldId="264"/>
            <ac:spMk id="9" creationId="{62B641AF-AD0D-2776-58D6-EF92261EFA20}"/>
          </ac:spMkLst>
        </pc:spChg>
        <pc:spChg chg="add mod">
          <ac:chgData name="Jasmin Michael" userId="6db468088a90d197" providerId="LiveId" clId="{DA26447B-5EAB-4BE2-8E41-61E0262742AC}" dt="2026-09-15T14:15:44.943" v="101" actId="20577"/>
          <ac:spMkLst>
            <pc:docMk/>
            <pc:sldMk cId="648836542" sldId="264"/>
            <ac:spMk id="15" creationId="{29C37772-BF24-998A-5FD7-AD8677BAFC7F}"/>
          </ac:spMkLst>
        </pc:spChg>
        <pc:picChg chg="add">
          <ac:chgData name="Jasmin Michael" userId="6db468088a90d197" providerId="LiveId" clId="{DA26447B-5EAB-4BE2-8E41-61E0262742AC}" dt="2026-09-14T23:13:37.226" v="81" actId="26606"/>
          <ac:picMkLst>
            <pc:docMk/>
            <pc:sldMk cId="648836542" sldId="264"/>
            <ac:picMk id="11" creationId="{E86D71F3-9809-1C89-2416-E60E19A9EA4D}"/>
          </ac:picMkLst>
        </pc:picChg>
      </pc:sldChg>
      <pc:sldChg chg="new del">
        <pc:chgData name="Jasmin Michael" userId="6db468088a90d197" providerId="LiveId" clId="{DA26447B-5EAB-4BE2-8E41-61E0262742AC}" dt="2026-09-15T14:26:12.145" v="105" actId="680"/>
        <pc:sldMkLst>
          <pc:docMk/>
          <pc:sldMk cId="2248847758" sldId="265"/>
        </pc:sldMkLst>
      </pc:sldChg>
      <pc:sldChg chg="new del">
        <pc:chgData name="Jasmin Michael" userId="6db468088a90d197" providerId="LiveId" clId="{DA26447B-5EAB-4BE2-8E41-61E0262742AC}" dt="2026-09-15T14:26:00.313" v="103" actId="680"/>
        <pc:sldMkLst>
          <pc:docMk/>
          <pc:sldMk cId="3404679552" sldId="265"/>
        </pc:sldMkLst>
      </pc:sldChg>
      <pc:sldChg chg="addSp delSp modSp new mod modClrScheme chgLayout">
        <pc:chgData name="Jasmin Michael" userId="6db468088a90d197" providerId="LiveId" clId="{DA26447B-5EAB-4BE2-8E41-61E0262742AC}" dt="2026-09-15T14:29:21.249" v="120" actId="20577"/>
        <pc:sldMkLst>
          <pc:docMk/>
          <pc:sldMk cId="4027368494" sldId="265"/>
        </pc:sldMkLst>
        <pc:spChg chg="del mod ord">
          <ac:chgData name="Jasmin Michael" userId="6db468088a90d197" providerId="LiveId" clId="{DA26447B-5EAB-4BE2-8E41-61E0262742AC}" dt="2026-09-15T14:26:46.971" v="107" actId="700"/>
          <ac:spMkLst>
            <pc:docMk/>
            <pc:sldMk cId="4027368494" sldId="265"/>
            <ac:spMk id="2" creationId="{A736BD0B-A4D1-637C-DEDE-A68B501D7DCC}"/>
          </ac:spMkLst>
        </pc:spChg>
        <pc:spChg chg="del">
          <ac:chgData name="Jasmin Michael" userId="6db468088a90d197" providerId="LiveId" clId="{DA26447B-5EAB-4BE2-8E41-61E0262742AC}" dt="2026-09-15T14:26:46.971" v="107" actId="700"/>
          <ac:spMkLst>
            <pc:docMk/>
            <pc:sldMk cId="4027368494" sldId="265"/>
            <ac:spMk id="3" creationId="{C392FAA2-4D98-50F5-5C46-0F15FFA0E9D8}"/>
          </ac:spMkLst>
        </pc:spChg>
        <pc:spChg chg="del mod ord">
          <ac:chgData name="Jasmin Michael" userId="6db468088a90d197" providerId="LiveId" clId="{DA26447B-5EAB-4BE2-8E41-61E0262742AC}" dt="2026-09-15T14:26:46.971" v="107" actId="700"/>
          <ac:spMkLst>
            <pc:docMk/>
            <pc:sldMk cId="4027368494" sldId="265"/>
            <ac:spMk id="4" creationId="{FDD7C4D2-5914-7ECE-4BCF-65EF0560D6A3}"/>
          </ac:spMkLst>
        </pc:spChg>
        <pc:spChg chg="del">
          <ac:chgData name="Jasmin Michael" userId="6db468088a90d197" providerId="LiveId" clId="{DA26447B-5EAB-4BE2-8E41-61E0262742AC}" dt="2026-09-15T14:26:46.971" v="107" actId="700"/>
          <ac:spMkLst>
            <pc:docMk/>
            <pc:sldMk cId="4027368494" sldId="265"/>
            <ac:spMk id="5" creationId="{927F74F0-7E25-8864-729F-636FC65C94FC}"/>
          </ac:spMkLst>
        </pc:spChg>
        <pc:spChg chg="del">
          <ac:chgData name="Jasmin Michael" userId="6db468088a90d197" providerId="LiveId" clId="{DA26447B-5EAB-4BE2-8E41-61E0262742AC}" dt="2026-09-15T14:26:46.971" v="107" actId="700"/>
          <ac:spMkLst>
            <pc:docMk/>
            <pc:sldMk cId="4027368494" sldId="265"/>
            <ac:spMk id="6" creationId="{5DD0DF31-73EC-A27F-1AC1-A09E13747EEF}"/>
          </ac:spMkLst>
        </pc:spChg>
        <pc:spChg chg="add mod ord">
          <ac:chgData name="Jasmin Michael" userId="6db468088a90d197" providerId="LiveId" clId="{DA26447B-5EAB-4BE2-8E41-61E0262742AC}" dt="2026-09-15T14:29:09.947" v="114" actId="26606"/>
          <ac:spMkLst>
            <pc:docMk/>
            <pc:sldMk cId="4027368494" sldId="265"/>
            <ac:spMk id="7" creationId="{EA193844-48F6-F1AB-B838-DA62CCAF1D96}"/>
          </ac:spMkLst>
        </pc:spChg>
        <pc:spChg chg="add mod ord">
          <ac:chgData name="Jasmin Michael" userId="6db468088a90d197" providerId="LiveId" clId="{DA26447B-5EAB-4BE2-8E41-61E0262742AC}" dt="2026-09-15T14:29:21.249" v="120" actId="20577"/>
          <ac:spMkLst>
            <pc:docMk/>
            <pc:sldMk cId="4027368494" sldId="265"/>
            <ac:spMk id="8" creationId="{CDDB6F5D-25C9-0F22-A5DC-C07705363C46}"/>
          </ac:spMkLst>
        </pc:spChg>
        <pc:picChg chg="add mod ord">
          <ac:chgData name="Jasmin Michael" userId="6db468088a90d197" providerId="LiveId" clId="{DA26447B-5EAB-4BE2-8E41-61E0262742AC}" dt="2026-09-15T14:29:09.947" v="114" actId="26606"/>
          <ac:picMkLst>
            <pc:docMk/>
            <pc:sldMk cId="4027368494" sldId="265"/>
            <ac:picMk id="10" creationId="{3A79C0D1-D1D1-9A05-54DA-8B4D22C643EC}"/>
          </ac:picMkLst>
        </pc:picChg>
      </pc:sldChg>
      <pc:sldChg chg="addSp delSp new mod modClrScheme chgLayout">
        <pc:chgData name="Jasmin Michael" userId="6db468088a90d197" providerId="LiveId" clId="{DA26447B-5EAB-4BE2-8E41-61E0262742AC}" dt="2026-09-15T17:26:02.688" v="125" actId="22"/>
        <pc:sldMkLst>
          <pc:docMk/>
          <pc:sldMk cId="3793626588" sldId="266"/>
        </pc:sldMkLst>
        <pc:spChg chg="del">
          <ac:chgData name="Jasmin Michael" userId="6db468088a90d197" providerId="LiveId" clId="{DA26447B-5EAB-4BE2-8E41-61E0262742AC}" dt="2026-09-15T16:55:27.789" v="122" actId="700"/>
          <ac:spMkLst>
            <pc:docMk/>
            <pc:sldMk cId="3793626588" sldId="266"/>
            <ac:spMk id="2" creationId="{591EBF59-81EB-D2CA-7781-4846AC78430B}"/>
          </ac:spMkLst>
        </pc:spChg>
        <pc:spChg chg="del">
          <ac:chgData name="Jasmin Michael" userId="6db468088a90d197" providerId="LiveId" clId="{DA26447B-5EAB-4BE2-8E41-61E0262742AC}" dt="2026-09-15T16:55:27.789" v="122" actId="700"/>
          <ac:spMkLst>
            <pc:docMk/>
            <pc:sldMk cId="3793626588" sldId="266"/>
            <ac:spMk id="3" creationId="{16323957-87D4-1D94-1845-4F2D4960C32A}"/>
          </ac:spMkLst>
        </pc:spChg>
        <pc:picChg chg="add del">
          <ac:chgData name="Jasmin Michael" userId="6db468088a90d197" providerId="LiveId" clId="{DA26447B-5EAB-4BE2-8E41-61E0262742AC}" dt="2026-09-15T17:25:58.902" v="124" actId="22"/>
          <ac:picMkLst>
            <pc:docMk/>
            <pc:sldMk cId="3793626588" sldId="266"/>
            <ac:picMk id="5" creationId="{8B66B7EC-125B-9E86-BFEA-2DE939ED1463}"/>
          </ac:picMkLst>
        </pc:picChg>
        <pc:picChg chg="add">
          <ac:chgData name="Jasmin Michael" userId="6db468088a90d197" providerId="LiveId" clId="{DA26447B-5EAB-4BE2-8E41-61E0262742AC}" dt="2026-09-15T17:26:02.688" v="125" actId="22"/>
          <ac:picMkLst>
            <pc:docMk/>
            <pc:sldMk cId="3793626588" sldId="266"/>
            <ac:picMk id="7" creationId="{F0E58989-33F6-7D13-65C4-B70E76E6E83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1591B-EA28-45FB-9501-627E74E7584B}" type="datetimeFigureOut">
              <a:rPr lang="en-IE" smtClean="0"/>
              <a:t>15/09/2026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52630-4DFF-4C6B-9569-564D14C906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56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52630-4DFF-4C6B-9569-564D14C906DE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2903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9/15/2026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62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6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28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98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042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87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0536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2647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843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39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725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33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019993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026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308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2164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4420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2849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165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7505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751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150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87900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747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880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530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9781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96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951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526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104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59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380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81" r:id="rId1"/>
    <p:sldLayoutId id="2147484282" r:id="rId2"/>
    <p:sldLayoutId id="2147484283" r:id="rId3"/>
    <p:sldLayoutId id="2147484284" r:id="rId4"/>
    <p:sldLayoutId id="2147484285" r:id="rId5"/>
    <p:sldLayoutId id="2147484286" r:id="rId6"/>
    <p:sldLayoutId id="2147484287" r:id="rId7"/>
    <p:sldLayoutId id="2147484288" r:id="rId8"/>
    <p:sldLayoutId id="2147484289" r:id="rId9"/>
    <p:sldLayoutId id="2147484290" r:id="rId10"/>
    <p:sldLayoutId id="2147484291" r:id="rId11"/>
    <p:sldLayoutId id="2147484292" r:id="rId12"/>
    <p:sldLayoutId id="2147484293" r:id="rId13"/>
    <p:sldLayoutId id="2147484294" r:id="rId14"/>
    <p:sldLayoutId id="2147484295" r:id="rId15"/>
    <p:sldLayoutId id="2147484296" r:id="rId16"/>
    <p:sldLayoutId id="2147484297" r:id="rId17"/>
    <p:sldLayoutId id="2147484298" r:id="rId18"/>
    <p:sldLayoutId id="2147484299" r:id="rId19"/>
    <p:sldLayoutId id="2147484300" r:id="rId20"/>
    <p:sldLayoutId id="2147484301" r:id="rId21"/>
    <p:sldLayoutId id="2147484302" r:id="rId22"/>
    <p:sldLayoutId id="2147484303" r:id="rId23"/>
    <p:sldLayoutId id="2147484304" r:id="rId24"/>
    <p:sldLayoutId id="2147484305" r:id="rId25"/>
    <p:sldLayoutId id="2147484306" r:id="rId26"/>
    <p:sldLayoutId id="2147484307" r:id="rId27"/>
    <p:sldLayoutId id="2147484308" r:id="rId28"/>
    <p:sldLayoutId id="2147484309" r:id="rId29"/>
    <p:sldLayoutId id="2147484310" r:id="rId30"/>
    <p:sldLayoutId id="2147484311" r:id="rId31"/>
    <p:sldLayoutId id="2147484312" r:id="rId3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F7DD4-793C-C12F-A195-BDB63B2B1E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u="sng" dirty="0" err="1"/>
              <a:t>TasteHub</a:t>
            </a:r>
            <a:br>
              <a:rPr lang="en-US" sz="4800" u="sng" dirty="0"/>
            </a:br>
            <a:br>
              <a:rPr lang="en-US" sz="3100" dirty="0"/>
            </a:br>
            <a:r>
              <a:rPr lang="en-US" sz="3100" dirty="0"/>
              <a:t>Discover, Create and Share your Favorite Recipes</a:t>
            </a:r>
            <a:br>
              <a:rPr lang="en-US" sz="3100" dirty="0"/>
            </a:br>
            <a:br>
              <a:rPr lang="en-US" sz="3100" dirty="0"/>
            </a:br>
            <a:endParaRPr lang="en-US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48C83-AA13-F228-78A9-0C5055398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1174" y="4403039"/>
            <a:ext cx="4562168" cy="112312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Recipe Sharing Web application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Presented by: Jasmin Michael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Final Assignment: Full Stack Web Development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pic>
        <p:nvPicPr>
          <p:cNvPr id="14" name="Picture 13" descr="Assorted food on the table">
            <a:extLst>
              <a:ext uri="{FF2B5EF4-FFF2-40B4-BE49-F238E27FC236}">
                <a16:creationId xmlns:a16="http://schemas.microsoft.com/office/drawing/2014/main" id="{78AA4A18-8CDB-5423-7D59-FD743FC86A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69" r="13868" b="-1"/>
          <a:stretch>
            <a:fillRect/>
          </a:stretch>
        </p:blipFill>
        <p:spPr>
          <a:xfrm>
            <a:off x="1" y="10"/>
            <a:ext cx="7424272" cy="685799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309680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7013-D849-B330-763D-3BCB4FC9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What is </a:t>
            </a:r>
            <a:r>
              <a:rPr lang="en-US" dirty="0" err="1"/>
              <a:t>TasteHub</a:t>
            </a:r>
            <a:r>
              <a:rPr lang="en-US" dirty="0"/>
              <a:t>?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 err="1"/>
              <a:t>TasteHub</a:t>
            </a:r>
            <a:r>
              <a:rPr lang="en-US" sz="2000" dirty="0"/>
              <a:t> is a web application designed to bring recipes together in one easy-to-use platform.</a:t>
            </a:r>
            <a:endParaRPr lang="en-IE" sz="2000" dirty="0"/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71940C56-4100-1692-7DBD-7F89788DFE0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IE"/>
              <a:t>👤 Create an account and log in </a:t>
            </a:r>
          </a:p>
          <a:p>
            <a:r>
              <a:rPr lang="en-IE"/>
              <a:t>🍲 Create and share their own recipes </a:t>
            </a:r>
          </a:p>
          <a:p>
            <a:r>
              <a:rPr lang="en-IE"/>
              <a:t>🔎 Search and browse recipes </a:t>
            </a:r>
          </a:p>
          <a:p>
            <a:r>
              <a:rPr lang="en-IE"/>
              <a:t>📂 Organise recipes by category </a:t>
            </a:r>
          </a:p>
          <a:p>
            <a:r>
              <a:rPr lang="en-IE"/>
              <a:t>❤️ Save favourite recipes </a:t>
            </a:r>
          </a:p>
          <a:p>
            <a:r>
              <a:rPr lang="en-IE"/>
              <a:t>💬 Interact with recipes </a:t>
            </a:r>
          </a:p>
          <a:p>
            <a:r>
              <a:rPr lang="en-IE"/>
              <a:t>🌐 Discover recipes using an external API</a:t>
            </a:r>
          </a:p>
          <a:p>
            <a:endParaRPr lang="en-IE"/>
          </a:p>
        </p:txBody>
      </p:sp>
      <p:pic>
        <p:nvPicPr>
          <p:cNvPr id="5" name="Picture 4" descr="Top view of a wooden fork and spoon at the edge of a white notebook">
            <a:extLst>
              <a:ext uri="{FF2B5EF4-FFF2-40B4-BE49-F238E27FC236}">
                <a16:creationId xmlns:a16="http://schemas.microsoft.com/office/drawing/2014/main" id="{A3B15B6F-E900-68CD-736D-6CB802CEA3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95" r="12094" b="-1"/>
          <a:stretch>
            <a:fillRect/>
          </a:stretch>
        </p:blipFill>
        <p:spPr>
          <a:xfrm>
            <a:off x="4895088" y="10"/>
            <a:ext cx="7296912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8343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6AA66-3F10-9562-9A91-E6EE75734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4426" y="741391"/>
            <a:ext cx="4674786" cy="1616203"/>
          </a:xfrm>
        </p:spPr>
        <p:txBody>
          <a:bodyPr anchor="b">
            <a:normAutofit/>
          </a:bodyPr>
          <a:lstStyle/>
          <a:p>
            <a:r>
              <a:rPr lang="en-US" sz="2000" b="1" dirty="0"/>
              <a:t>Who is </a:t>
            </a:r>
            <a:r>
              <a:rPr lang="en-US" sz="2000" b="1" dirty="0" err="1"/>
              <a:t>TasteHub</a:t>
            </a:r>
            <a:r>
              <a:rPr lang="en-US" sz="2000" b="1" dirty="0"/>
              <a:t> for?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 err="1"/>
              <a:t>TasteHub</a:t>
            </a:r>
            <a:r>
              <a:rPr lang="en-US" sz="1800" dirty="0"/>
              <a:t> is aimed at people who enjoy cooking and want an easy way to discover and share </a:t>
            </a:r>
            <a:r>
              <a:rPr lang="en-US" sz="1800" dirty="0" err="1"/>
              <a:t>recipes.Target</a:t>
            </a:r>
            <a:r>
              <a:rPr lang="en-US" sz="1800" dirty="0"/>
              <a:t> users:</a:t>
            </a:r>
            <a:endParaRPr lang="en-IE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FC2A3-1D1D-707D-9097-AFA9A360F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4425" y="2523644"/>
            <a:ext cx="5240593" cy="3447832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1900" dirty="0"/>
              <a:t>👩‍🍳 Home cooks </a:t>
            </a:r>
          </a:p>
          <a:p>
            <a:r>
              <a:rPr lang="en-US" sz="1900" dirty="0"/>
              <a:t>🥘 People looking for new recipe ideas </a:t>
            </a:r>
          </a:p>
          <a:p>
            <a:r>
              <a:rPr lang="en-US" sz="1900" dirty="0"/>
              <a:t>👨‍👩‍👧‍👦 Families planning meals </a:t>
            </a:r>
          </a:p>
          <a:p>
            <a:r>
              <a:rPr lang="en-US" sz="1900" dirty="0"/>
              <a:t>🌱 People interested in different types of food </a:t>
            </a:r>
          </a:p>
          <a:p>
            <a:r>
              <a:rPr lang="en-US" sz="1900" dirty="0"/>
              <a:t>📱 Users who want to access recipes easily online </a:t>
            </a:r>
          </a:p>
          <a:p>
            <a:pPr marL="0" indent="0">
              <a:buNone/>
            </a:pPr>
            <a:r>
              <a:rPr lang="en-US" sz="2200" b="1" dirty="0"/>
              <a:t>Purpose</a:t>
            </a:r>
          </a:p>
          <a:p>
            <a:pPr marL="0" indent="0">
              <a:buNone/>
            </a:pPr>
            <a:r>
              <a:rPr lang="en-US" sz="1900" dirty="0"/>
              <a:t>To provide a simple platform where users can discover, create and share recipes in one place.</a:t>
            </a:r>
          </a:p>
          <a:p>
            <a:endParaRPr lang="en-IE" sz="1400" dirty="0"/>
          </a:p>
        </p:txBody>
      </p:sp>
      <p:pic>
        <p:nvPicPr>
          <p:cNvPr id="5" name="Picture 4" descr="Cooked food with ingredients on a table">
            <a:extLst>
              <a:ext uri="{FF2B5EF4-FFF2-40B4-BE49-F238E27FC236}">
                <a16:creationId xmlns:a16="http://schemas.microsoft.com/office/drawing/2014/main" id="{72F0BCDC-6FD3-F9F8-7424-169FA2EEA5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31" r="2041" b="2"/>
          <a:stretch>
            <a:fillRect/>
          </a:stretch>
        </p:blipFill>
        <p:spPr>
          <a:xfrm>
            <a:off x="20" y="10"/>
            <a:ext cx="568302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52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8FF7-A9BE-02F1-1228-45A8277F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E" dirty="0"/>
              <a:t>Main Features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48FC6B-008E-D003-1ABB-59B4703472E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sz="2000" b="1" u="sng" dirty="0"/>
              <a:t>User Account</a:t>
            </a:r>
            <a:r>
              <a:rPr lang="en-IE" dirty="0"/>
              <a:t>	</a:t>
            </a:r>
            <a:r>
              <a:rPr lang="en-IE" sz="2000" dirty="0"/>
              <a:t>              </a:t>
            </a:r>
            <a:r>
              <a:rPr lang="en-IE" sz="2000" b="1" u="sng" dirty="0"/>
              <a:t>Recipe Management   </a:t>
            </a:r>
          </a:p>
          <a:p>
            <a:pPr marL="0" indent="0">
              <a:buNone/>
            </a:pPr>
            <a:r>
              <a:rPr lang="en-IE" sz="1600" dirty="0"/>
              <a:t>Registration	                  Add recipes</a:t>
            </a:r>
          </a:p>
          <a:p>
            <a:pPr marL="0" indent="0">
              <a:buNone/>
            </a:pPr>
            <a:r>
              <a:rPr lang="en-IE" sz="1600" dirty="0"/>
              <a:t>Login / Logout                             View recipes</a:t>
            </a:r>
          </a:p>
          <a:p>
            <a:pPr marL="0" indent="0">
              <a:buNone/>
            </a:pPr>
            <a:r>
              <a:rPr lang="en-IE" sz="1600" dirty="0"/>
              <a:t>Personalised dashboard	  Edit recipes	</a:t>
            </a:r>
          </a:p>
          <a:p>
            <a:pPr marL="0" indent="0">
              <a:buNone/>
            </a:pPr>
            <a:r>
              <a:rPr lang="en-IE" sz="1600" dirty="0"/>
              <a:t>                                                     Delete recipes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sz="2000" b="1" dirty="0"/>
              <a:t>Recipe Discovery</a:t>
            </a:r>
            <a:r>
              <a:rPr lang="en-IE" b="1" dirty="0"/>
              <a:t>	 </a:t>
            </a:r>
            <a:r>
              <a:rPr lang="en-IE" sz="2000" b="1" u="sng" dirty="0"/>
              <a:t>User Interaction</a:t>
            </a:r>
          </a:p>
          <a:p>
            <a:pPr marL="0" indent="0">
              <a:buNone/>
            </a:pPr>
            <a:r>
              <a:rPr lang="en-IE" dirty="0"/>
              <a:t> </a:t>
            </a:r>
            <a:r>
              <a:rPr lang="en-IE" sz="1600" dirty="0"/>
              <a:t>Search recipes	                    Favourites</a:t>
            </a:r>
          </a:p>
          <a:p>
            <a:pPr marL="0" indent="0">
              <a:buNone/>
            </a:pPr>
            <a:r>
              <a:rPr lang="en-IE" sz="1600" dirty="0"/>
              <a:t> Filter by category	                    Likes</a:t>
            </a:r>
          </a:p>
          <a:p>
            <a:pPr marL="0" indent="0">
              <a:buNone/>
            </a:pPr>
            <a:r>
              <a:rPr lang="en-IE" sz="1600" dirty="0"/>
              <a:t> External recipe API	                    Comments (optional)</a:t>
            </a:r>
          </a:p>
        </p:txBody>
      </p:sp>
      <p:pic>
        <p:nvPicPr>
          <p:cNvPr id="13" name="Picture 12" descr="Colorful spices on a row">
            <a:extLst>
              <a:ext uri="{FF2B5EF4-FFF2-40B4-BE49-F238E27FC236}">
                <a16:creationId xmlns:a16="http://schemas.microsoft.com/office/drawing/2014/main" id="{80494BB5-9063-2BF7-94EB-9812A095D8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94" r="27112" b="-2"/>
          <a:stretch>
            <a:fillRect/>
          </a:stretch>
        </p:blipFill>
        <p:spPr>
          <a:xfrm>
            <a:off x="20" y="1"/>
            <a:ext cx="402334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552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9575-4EB1-C8FA-AA17-0A66EBFB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dirty="0"/>
              <a:t>Technology</a:t>
            </a:r>
            <a:r>
              <a:rPr lang="en-IE" dirty="0"/>
              <a:t>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3F7DE-15A8-2C4F-0E92-EA50597D0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199" y="1773857"/>
            <a:ext cx="2923637" cy="590144"/>
          </a:xfrm>
        </p:spPr>
        <p:txBody>
          <a:bodyPr>
            <a:normAutofit/>
          </a:bodyPr>
          <a:lstStyle/>
          <a:p>
            <a:r>
              <a:rPr lang="en-IE" sz="2400" u="sng" dirty="0"/>
              <a:t>TECHNOLOGY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C38687-5A76-F653-7D31-B9872032B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43200" y="2368476"/>
            <a:ext cx="1887794" cy="38587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E" dirty="0"/>
          </a:p>
          <a:p>
            <a:r>
              <a:rPr lang="en-IE" sz="1500" dirty="0"/>
              <a:t>Django</a:t>
            </a:r>
          </a:p>
          <a:p>
            <a:r>
              <a:rPr lang="en-IE" sz="1500" dirty="0"/>
              <a:t>Python</a:t>
            </a:r>
          </a:p>
          <a:p>
            <a:r>
              <a:rPr lang="en-IE" sz="1500" dirty="0"/>
              <a:t>PostgreSQL</a:t>
            </a:r>
          </a:p>
          <a:p>
            <a:r>
              <a:rPr lang="en-IE" sz="1500" dirty="0"/>
              <a:t>HTML5</a:t>
            </a:r>
          </a:p>
          <a:p>
            <a:r>
              <a:rPr lang="en-IE" sz="1500" dirty="0"/>
              <a:t>CSS3</a:t>
            </a:r>
          </a:p>
          <a:p>
            <a:r>
              <a:rPr lang="en-IE" sz="1500" dirty="0"/>
              <a:t>Bootstrap</a:t>
            </a:r>
          </a:p>
          <a:p>
            <a:r>
              <a:rPr lang="en-IE" sz="1500" dirty="0"/>
              <a:t>JavaScript</a:t>
            </a:r>
          </a:p>
          <a:p>
            <a:r>
              <a:rPr lang="en-IE" sz="1500" dirty="0"/>
              <a:t>External Recipe API</a:t>
            </a:r>
          </a:p>
          <a:p>
            <a:r>
              <a:rPr lang="en-IE" sz="1500" dirty="0"/>
              <a:t>Git &amp; GitHub</a:t>
            </a:r>
          </a:p>
          <a:p>
            <a:r>
              <a:rPr lang="en-IE" sz="1500" dirty="0"/>
              <a:t>Render</a:t>
            </a:r>
          </a:p>
          <a:p>
            <a:endParaRPr lang="en-I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A50A8-C65A-C13F-B942-FE83CEC39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60258" y="1773857"/>
            <a:ext cx="6313778" cy="590144"/>
          </a:xfrm>
        </p:spPr>
        <p:txBody>
          <a:bodyPr>
            <a:normAutofit/>
          </a:bodyPr>
          <a:lstStyle/>
          <a:p>
            <a:r>
              <a:rPr lang="en-IE" sz="2400" u="sng" dirty="0"/>
              <a:t>Purpose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B9BAE-20BC-09CF-F952-A592F729F5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60258" y="2368476"/>
            <a:ext cx="6313778" cy="38587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E" dirty="0"/>
          </a:p>
          <a:p>
            <a:r>
              <a:rPr lang="en-IE" sz="1500" dirty="0"/>
              <a:t>Backend Web Development</a:t>
            </a:r>
          </a:p>
          <a:p>
            <a:r>
              <a:rPr lang="en-IE" sz="1500" dirty="0"/>
              <a:t>Programming Language</a:t>
            </a:r>
          </a:p>
          <a:p>
            <a:r>
              <a:rPr lang="en-IE" sz="1500" dirty="0"/>
              <a:t>Database Management</a:t>
            </a:r>
          </a:p>
          <a:p>
            <a:r>
              <a:rPr lang="en-IE" sz="1500" dirty="0"/>
              <a:t>Web Page Structure</a:t>
            </a:r>
          </a:p>
          <a:p>
            <a:r>
              <a:rPr lang="en-IE" sz="1500" dirty="0"/>
              <a:t>Web Page Styling</a:t>
            </a:r>
          </a:p>
          <a:p>
            <a:r>
              <a:rPr lang="en-IE" sz="1500" dirty="0"/>
              <a:t>Responsive Design</a:t>
            </a:r>
          </a:p>
          <a:p>
            <a:r>
              <a:rPr lang="en-IE" sz="1500" dirty="0"/>
              <a:t>Interactive Functionality</a:t>
            </a:r>
          </a:p>
          <a:p>
            <a:r>
              <a:rPr lang="en-IE" sz="1500" dirty="0"/>
              <a:t>External Data Integration</a:t>
            </a:r>
          </a:p>
          <a:p>
            <a:r>
              <a:rPr lang="en-IE" sz="1500" dirty="0"/>
              <a:t>Version Control</a:t>
            </a:r>
          </a:p>
          <a:p>
            <a:r>
              <a:rPr lang="en-IE" sz="1500" dirty="0"/>
              <a:t>Application Deployment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81308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6A4F-7B7D-1CB4-C823-1BA9BC4F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806246"/>
            <a:ext cx="5378267" cy="684816"/>
          </a:xfrm>
        </p:spPr>
        <p:txBody>
          <a:bodyPr>
            <a:normAutofit/>
          </a:bodyPr>
          <a:lstStyle/>
          <a:p>
            <a:r>
              <a:rPr lang="en-IE" dirty="0"/>
              <a:t>Database &amp; API Integration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96ED0-370D-8E4E-75A9-C57650DB3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959510"/>
            <a:ext cx="5378268" cy="3174960"/>
          </a:xfrm>
        </p:spPr>
        <p:txBody>
          <a:bodyPr/>
          <a:lstStyle/>
          <a:p>
            <a:r>
              <a:rPr lang="en-IE" sz="1800" dirty="0"/>
              <a:t>PostgreSQL </a:t>
            </a:r>
          </a:p>
          <a:p>
            <a:r>
              <a:rPr lang="en-IE" sz="1800" dirty="0"/>
              <a:t>Store user accounts </a:t>
            </a:r>
          </a:p>
          <a:p>
            <a:r>
              <a:rPr lang="en-IE" sz="1800" dirty="0"/>
              <a:t>Store recipes </a:t>
            </a:r>
          </a:p>
          <a:p>
            <a:r>
              <a:rPr lang="en-IE" sz="1800" dirty="0"/>
              <a:t>Store recipe categories </a:t>
            </a:r>
          </a:p>
          <a:p>
            <a:r>
              <a:rPr lang="en-IE" sz="1800" dirty="0"/>
              <a:t>Store favourites and interactions </a:t>
            </a:r>
          </a:p>
          <a:p>
            <a:r>
              <a:rPr lang="en-IE" sz="1800" dirty="0"/>
              <a:t>Django ORM for database operations</a:t>
            </a:r>
          </a:p>
          <a:p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94635-2523-A194-485A-CEECDF1E266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2103438"/>
            <a:ext cx="5157788" cy="558800"/>
          </a:xfrm>
        </p:spPr>
        <p:txBody>
          <a:bodyPr/>
          <a:lstStyle/>
          <a:p>
            <a:r>
              <a:rPr lang="en-IE" sz="2400" b="1" dirty="0"/>
              <a:t>     </a:t>
            </a:r>
            <a:r>
              <a:rPr lang="en-IE" sz="2400" b="1" u="sng" dirty="0"/>
              <a:t>Database</a:t>
            </a:r>
          </a:p>
          <a:p>
            <a:endParaRPr lang="en-IE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BA045-4F2A-7940-0913-30825E6D38E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008813" y="2103438"/>
            <a:ext cx="5183187" cy="558800"/>
          </a:xfrm>
        </p:spPr>
        <p:txBody>
          <a:bodyPr>
            <a:normAutofit/>
          </a:bodyPr>
          <a:lstStyle/>
          <a:p>
            <a:r>
              <a:rPr lang="en-IE" sz="2000" b="1" u="sng" dirty="0"/>
              <a:t>External Recipe API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F1E20-18FF-0ABD-4433-3219B3BB26EA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008813" y="2890838"/>
            <a:ext cx="5183187" cy="3616325"/>
          </a:xfrm>
        </p:spPr>
        <p:txBody>
          <a:bodyPr/>
          <a:lstStyle/>
          <a:p>
            <a:r>
              <a:rPr lang="en-US" sz="1800" dirty="0"/>
              <a:t>Connect </a:t>
            </a:r>
            <a:r>
              <a:rPr lang="en-US" sz="1800" dirty="0" err="1"/>
              <a:t>TasteHub</a:t>
            </a:r>
            <a:r>
              <a:rPr lang="en-US" sz="1800" dirty="0"/>
              <a:t> to an external recipe API </a:t>
            </a:r>
          </a:p>
          <a:p>
            <a:r>
              <a:rPr lang="en-US" sz="1800" dirty="0"/>
              <a:t>Search for recipes </a:t>
            </a:r>
          </a:p>
          <a:p>
            <a:r>
              <a:rPr lang="en-US" sz="1800" dirty="0"/>
              <a:t>Retrieve recipe information </a:t>
            </a:r>
          </a:p>
          <a:p>
            <a:r>
              <a:rPr lang="en-US" sz="1800" dirty="0"/>
              <a:t>Display external recipes within the application </a:t>
            </a:r>
          </a:p>
          <a:p>
            <a:r>
              <a:rPr lang="en-US" sz="1800" dirty="0"/>
              <a:t>Provide links to the original recipe where available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80155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AD25CE-3F2D-C2D2-84FC-47611AF31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399812"/>
            <a:ext cx="7498080" cy="1222511"/>
          </a:xfrm>
        </p:spPr>
        <p:txBody>
          <a:bodyPr/>
          <a:lstStyle/>
          <a:p>
            <a:r>
              <a:rPr lang="en-IE" dirty="0"/>
              <a:t>Project Goals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F6804-60E1-D54F-354C-E07F2A50BE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2192594"/>
            <a:ext cx="7498080" cy="3537646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Build a fully functional recipe-sharing web application </a:t>
            </a:r>
          </a:p>
          <a:p>
            <a:r>
              <a:rPr lang="en-US" sz="1800" dirty="0"/>
              <a:t>Create a simple and user-friendly interface </a:t>
            </a:r>
          </a:p>
          <a:p>
            <a:r>
              <a:rPr lang="en-US" sz="1800" dirty="0"/>
              <a:t>Allow users to create and manage their own recipes </a:t>
            </a:r>
          </a:p>
          <a:p>
            <a:r>
              <a:rPr lang="en-US" sz="1800" dirty="0"/>
              <a:t>Provide recipe search and discovery </a:t>
            </a:r>
          </a:p>
          <a:p>
            <a:r>
              <a:rPr lang="en-US" sz="1800" dirty="0"/>
              <a:t>Integrate an external recipe API </a:t>
            </a:r>
          </a:p>
          <a:p>
            <a:r>
              <a:rPr lang="en-US" sz="1800" dirty="0"/>
              <a:t>Use secure authentication and authorization </a:t>
            </a:r>
          </a:p>
          <a:p>
            <a:r>
              <a:rPr lang="en-US" sz="1800" dirty="0"/>
              <a:t>Develop a responsive application for different devices </a:t>
            </a:r>
          </a:p>
          <a:p>
            <a:r>
              <a:rPr lang="en-US" sz="1800" dirty="0"/>
              <a:t>Test the application using automated unit tests </a:t>
            </a:r>
          </a:p>
          <a:p>
            <a:r>
              <a:rPr lang="en-US" sz="1800" dirty="0"/>
              <a:t>Deploy the completed application using Render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6691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E58989-33F6-7D13-65C4-B70E76E6E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26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C83C-61F4-8863-40A8-181E1C62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Development &amp; Deployment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F3C9-3BE7-7015-6DF3-9B18D3939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sz="2800" u="sng" dirty="0"/>
              <a:t>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D8511-2336-19ED-565B-1BA0DA81057C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/>
          </a:bodyPr>
          <a:lstStyle/>
          <a:p>
            <a:r>
              <a:rPr lang="en-IE" sz="1800" dirty="0"/>
              <a:t>Django &amp; Python </a:t>
            </a:r>
          </a:p>
          <a:p>
            <a:r>
              <a:rPr lang="en-IE" sz="1800" dirty="0"/>
              <a:t>PostgreSQL database </a:t>
            </a:r>
          </a:p>
          <a:p>
            <a:r>
              <a:rPr lang="en-IE" sz="1800" dirty="0"/>
              <a:t>Bootstrap responsive design </a:t>
            </a:r>
          </a:p>
          <a:p>
            <a:r>
              <a:rPr lang="en-IE" sz="1800" dirty="0"/>
              <a:t>JavaScript </a:t>
            </a:r>
          </a:p>
          <a:p>
            <a:r>
              <a:rPr lang="en-IE" sz="1800" dirty="0"/>
              <a:t>External Recipe API </a:t>
            </a:r>
          </a:p>
          <a:p>
            <a:r>
              <a:rPr lang="en-IE" sz="1800" dirty="0"/>
              <a:t>Automated testing </a:t>
            </a:r>
          </a:p>
          <a:p>
            <a:r>
              <a:rPr lang="en-IE" sz="1800" dirty="0"/>
              <a:t>Git &amp; GitHub </a:t>
            </a:r>
          </a:p>
          <a:p>
            <a:r>
              <a:rPr lang="en-IE" sz="1800" dirty="0"/>
              <a:t>Regular commits and feature branches</a:t>
            </a:r>
          </a:p>
          <a:p>
            <a:endParaRPr lang="en-I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C900DB-A7E3-7574-CC58-271BD635B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IE" sz="2800" u="sng" dirty="0"/>
              <a:t>Deployment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34E968-4AF4-D86C-6835-F4F8D6352FCE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IE" sz="1800" dirty="0"/>
              <a:t>Deploy application using Render </a:t>
            </a:r>
          </a:p>
          <a:p>
            <a:r>
              <a:rPr lang="en-IE" sz="1800" dirty="0"/>
              <a:t>Connect application to PostgreSQL database </a:t>
            </a:r>
          </a:p>
          <a:p>
            <a:r>
              <a:rPr lang="en-IE" sz="1800" dirty="0"/>
              <a:t>Configure environment variables </a:t>
            </a:r>
          </a:p>
          <a:p>
            <a:r>
              <a:rPr lang="en-IE" sz="1800" dirty="0"/>
              <a:t>Run database migrations </a:t>
            </a:r>
          </a:p>
          <a:p>
            <a:r>
              <a:rPr lang="en-IE" sz="1800" dirty="0"/>
              <a:t>Configure static files </a:t>
            </a:r>
          </a:p>
          <a:p>
            <a:r>
              <a:rPr lang="en-IE" sz="1800" dirty="0"/>
              <a:t>Test application in production </a:t>
            </a:r>
          </a:p>
          <a:p>
            <a:r>
              <a:rPr lang="en-IE" sz="1800" dirty="0"/>
              <a:t>Provide deployed URL in README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7494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A193844-48F6-F1AB-B838-DA62CCAF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/>
          <a:p>
            <a:r>
              <a:rPr lang="en-IE"/>
              <a:t>Conclusion</a:t>
            </a:r>
          </a:p>
        </p:txBody>
      </p:sp>
      <p:pic>
        <p:nvPicPr>
          <p:cNvPr id="10" name="Picture 9" descr="Cooked food with ingredients on a table">
            <a:extLst>
              <a:ext uri="{FF2B5EF4-FFF2-40B4-BE49-F238E27FC236}">
                <a16:creationId xmlns:a16="http://schemas.microsoft.com/office/drawing/2014/main" id="{3A79C0D1-D1D1-9A05-54DA-8B4D22C643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672" r="-2" b="25161"/>
          <a:stretch>
            <a:fillRect/>
          </a:stretch>
        </p:blipFill>
        <p:spPr>
          <a:xfrm>
            <a:off x="-17796" y="10"/>
            <a:ext cx="12209796" cy="2420088"/>
          </a:xfrm>
          <a:prstGeom prst="rect">
            <a:avLst/>
          </a:prstGeom>
          <a:noFill/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DDB6F5D-25C9-0F22-A5DC-C07705363C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rmAutofit/>
          </a:bodyPr>
          <a:lstStyle/>
          <a:p>
            <a:r>
              <a:rPr lang="en-US" sz="1700" dirty="0" err="1"/>
              <a:t>TasteHub</a:t>
            </a:r>
            <a:r>
              <a:rPr lang="en-US" sz="1700" dirty="0"/>
              <a:t> will provide a simple platform for sharing and discovering recipes.</a:t>
            </a:r>
          </a:p>
          <a:p>
            <a:r>
              <a:rPr lang="en-US" sz="1700" dirty="0"/>
              <a:t>Users will be able to create, manage and explore recipes.</a:t>
            </a:r>
          </a:p>
          <a:p>
            <a:r>
              <a:rPr lang="en-US" sz="1700" dirty="0"/>
              <a:t>The application will demonstrate full-stack web development skills.</a:t>
            </a:r>
          </a:p>
          <a:p>
            <a:r>
              <a:rPr lang="en-US" sz="1700" dirty="0"/>
              <a:t>An external recipe API will enhance recipe discovery.</a:t>
            </a:r>
          </a:p>
          <a:p>
            <a:r>
              <a:rPr lang="en-US" sz="1700" dirty="0"/>
              <a:t>The application will be responsive, tested and deployed on Render.</a:t>
            </a:r>
          </a:p>
          <a:p>
            <a:r>
              <a:rPr lang="en-US" sz="1700" dirty="0"/>
              <a:t>The project will be developed using Django, PostgreSQL</a:t>
            </a:r>
            <a:r>
              <a:rPr lang="en-US" sz="1700"/>
              <a:t>, Bootstrap JavaScript</a:t>
            </a:r>
            <a:r>
              <a:rPr lang="en-US" sz="1700" dirty="0"/>
              <a:t>.</a:t>
            </a:r>
          </a:p>
          <a:p>
            <a:endParaRPr lang="en-IE" sz="1700" dirty="0"/>
          </a:p>
        </p:txBody>
      </p:sp>
    </p:spTree>
    <p:extLst>
      <p:ext uri="{BB962C8B-B14F-4D97-AF65-F5344CB8AC3E}">
        <p14:creationId xmlns:p14="http://schemas.microsoft.com/office/powerpoint/2010/main" val="4027368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erial view of a highway near the ocean">
            <a:extLst>
              <a:ext uri="{FF2B5EF4-FFF2-40B4-BE49-F238E27FC236}">
                <a16:creationId xmlns:a16="http://schemas.microsoft.com/office/drawing/2014/main" id="{E86D71F3-9809-1C89-2416-E60E19A9EA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3" b="13167"/>
          <a:stretch>
            <a:fillRect/>
          </a:stretch>
        </p:blipFill>
        <p:spPr>
          <a:xfrm>
            <a:off x="6789" y="-1"/>
            <a:ext cx="12192001" cy="6858000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F0B91F9-E694-8D83-BD3C-FBB102104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346" y="2974312"/>
            <a:ext cx="5988819" cy="3883686"/>
          </a:xfrm>
        </p:spPr>
        <p:txBody>
          <a:bodyPr anchor="t">
            <a:normAutofit/>
          </a:bodyPr>
          <a:lstStyle/>
          <a:p>
            <a:r>
              <a:rPr lang="en-IE" b="1" dirty="0"/>
              <a:t>THANK YOU</a:t>
            </a:r>
          </a:p>
        </p:txBody>
      </p:sp>
      <p:sp>
        <p:nvSpPr>
          <p:cNvPr id="15" name="Subtitle 3">
            <a:extLst>
              <a:ext uri="{FF2B5EF4-FFF2-40B4-BE49-F238E27FC236}">
                <a16:creationId xmlns:a16="http://schemas.microsoft.com/office/drawing/2014/main" id="{29C37772-BF24-998A-5FD7-AD8677BAF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472" y="2401889"/>
            <a:ext cx="2880527" cy="4456112"/>
          </a:xfrm>
        </p:spPr>
        <p:txBody>
          <a:bodyPr/>
          <a:lstStyle/>
          <a:p>
            <a:r>
              <a:rPr lang="en-US" dirty="0"/>
              <a:t>Jasmin Michael</a:t>
            </a:r>
          </a:p>
        </p:txBody>
      </p:sp>
    </p:spTree>
    <p:extLst>
      <p:ext uri="{BB962C8B-B14F-4D97-AF65-F5344CB8AC3E}">
        <p14:creationId xmlns:p14="http://schemas.microsoft.com/office/powerpoint/2010/main" val="64883654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164</TotalTime>
  <Words>507</Words>
  <Application>Microsoft Office PowerPoint</Application>
  <PresentationFormat>Widescreen</PresentationFormat>
  <Paragraphs>108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Arial Nova Light</vt:lpstr>
      <vt:lpstr>Dark Gradient</vt:lpstr>
      <vt:lpstr>TasteHub  Discover, Create and Share your Favorite Recipes  </vt:lpstr>
      <vt:lpstr>What is TasteHub?  TasteHub is a web application designed to bring recipes together in one easy-to-use platform.</vt:lpstr>
      <vt:lpstr>Who is TasteHub for?  TasteHub is aimed at people who enjoy cooking and want an easy way to discover and share recipes.Target users:</vt:lpstr>
      <vt:lpstr>Main Features</vt:lpstr>
      <vt:lpstr>Technology Stack</vt:lpstr>
      <vt:lpstr>Database &amp; API Integration</vt:lpstr>
      <vt:lpstr>Project Goals</vt:lpstr>
      <vt:lpstr>PowerPoint Presentation</vt:lpstr>
      <vt:lpstr>Development &amp; Deployment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 Michael</dc:creator>
  <cp:lastModifiedBy>Jasmin Michael</cp:lastModifiedBy>
  <cp:revision>1</cp:revision>
  <dcterms:created xsi:type="dcterms:W3CDTF">2026-09-14T21:29:58Z</dcterms:created>
  <dcterms:modified xsi:type="dcterms:W3CDTF">2026-09-15T17:26:07Z</dcterms:modified>
</cp:coreProperties>
</file>